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33695" y="-5394960"/>
            <a:ext cx="7772400" cy="7772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79615" y="-3749039"/>
            <a:ext cx="6126480" cy="612648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095" y="-2194560"/>
            <a:ext cx="4572000" cy="45720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868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3A01E"/>
                </a:solidFill>
                <a:latin typeface="Segoe UI"/>
              </a:rPr>
              <a:t>REAL-TIME AI SAFETY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Driver Fatigue &amp; Distraction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Detection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434840"/>
            <a:ext cx="146304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F3F0"/>
                </a:solidFill>
                <a:latin typeface="Segoe UI"/>
              </a:rPr>
              <a:t>YOLOv8  •  MediaPipe Face Mesh  •  Custom CNN  •  Head-Pose Estimation  •  CARLA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E1D8"/>
                </a:solidFill>
                <a:latin typeface="Segoe UI"/>
              </a:rPr>
              <a:t>Prepared for IBM Faculty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OVERVIEW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02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455767" cy="1432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75564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09928"/>
            <a:ext cx="4587087" cy="1213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The Problem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Why fatigue &amp; distraction detection matters on the road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600200"/>
            <a:ext cx="5455767" cy="1432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75564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709928"/>
            <a:ext cx="4587087" cy="1213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System Architecture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How the full real-time pipeline fits together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61360"/>
            <a:ext cx="5455767" cy="1432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416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71088"/>
            <a:ext cx="4587087" cy="1213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The Two Models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YOLOv8 face detector + a from-scratch CNN eye classifier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261360"/>
            <a:ext cx="5455767" cy="1432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3416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3371088"/>
            <a:ext cx="4587087" cy="1213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Live Detection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Drowsiness logic and head-pose distraction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922520"/>
            <a:ext cx="5455767" cy="1432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077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032248"/>
            <a:ext cx="4587087" cy="1213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The Dashboard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real, working desktop application — not just a demo 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4922520"/>
            <a:ext cx="5455767" cy="1432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4175" y="5077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8807" y="5032248"/>
            <a:ext cx="4587087" cy="1213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Real-World Simulation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CARLA-driven vehicle response to the live driver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Problem &amp;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Why this system exists, and what it sets out to solve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MOTIVATION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04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Fatigue crashes are uniquely severe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 braking, no evasive action — drivers who fall asleep often don't react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69164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0136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Distraction is just as dangerous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driver can be wide awake and still look away from the road for critical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3766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2931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4738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Existing solutions fall short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Specialized sensors are expensive; wearables are intrusive and often skipped.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3766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2931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4738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camera-only gap remains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Need a low-cost system that runs on a standard webcam and ordinary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GOALS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05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Real-time, webcam-only monitoring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 specialized hardware — works on a standard laptop camera.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0048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9776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Independent risk signals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Track eye closure and head orientation as two separate, honest measurements.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48456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58184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Low false-positive design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Calibration + temporal confirmation so blinks and glances don't cry wolf.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626864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782312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36592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usable, live dashboard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Not a console script — a real desktop application someone could actually 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05272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760720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believable real-world payoff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Show the detection driving an actual simulated vehicle's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System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How the pipeline is put together, end to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ARCHITECTURE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07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Webcam Capture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OpenCV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38779" y="21762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9403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Face Mesh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MediaPipe, 468 pts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03823" y="21762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4447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Eye ROI + CNN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Open / Closed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68867" y="21762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491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Head Pose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solvePnP: yaw/pitch/roll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Drowsiness Logic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15-frame rule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38779" y="40050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59403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Attention Logic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Calibrated + timed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03823" y="40050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4447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Dashboard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Tkinter live UI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68867" y="40050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491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Vehicle Response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CARLA / fallback sim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1094415" y="2862072"/>
            <a:ext cx="274320" cy="676656"/>
          </a:xfrm>
          <a:prstGeom prst="downArrow">
            <a:avLst/>
          </a:prstGeom>
          <a:solidFill>
            <a:srgbClr val="14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3212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36E"/>
                </a:solidFill>
                <a:latin typeface="Segoe UI"/>
              </a:rPr>
              <a:t>Two independent signals — eye closure and head pose — run in parallel on the same camera feed and are combined into a Driver State without ever being blurred into one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STACK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08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10029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9"/>
              </a:tblGrid>
              <a:tr h="49784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Object Detection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YOLOv8 (Ultralytics)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Face detector, transfer-learned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Facial Landmarks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MediaPipe Face Mesh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468-point pretrained landmark model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Eye Classifier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PyTorch — Custom CNN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Open/closed classification, trained from scratch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Head Pose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OpenCV solvePnP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Yaw / pitch / roll from 6 landmarks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Desktop UI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Tkinter + Pillow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Live dashboard rendering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Audio Alerting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Pygame Mixer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Looped drowsiness alarm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Vehicle Simulation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CARLA 0.9.16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Real-world use-case demonstration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Acceleration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CUDA GPU / CPU fallback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Automatic device selection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DATA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Dataset — Face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09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13,386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TRAINING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3,347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VALIDATION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CLASS: 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8615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YOLO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LABEL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3872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YOLO-format bounding boxes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Normalized coordinates, one label file per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5008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6055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5980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Organized train/val split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dataset/faces/images and labels, split for honest evaluation.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7116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56266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8088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Fine-tuned via transfer learning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Specializes a COCO-pretrained YOLOv8n for the single face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DATA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Dataset — Eye State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10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24,000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CLOSED-EYE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23,893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OPEN-EYE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47,893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TOTAL (BALANCED)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8615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3872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Near-perfectly balanced classes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 class-imbalance correction needed for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5008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6055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5980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PyTorch ImageFolder format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Two class folders — open/ and closed/ — under dataset/eyes/.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7116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56266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8088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Powers the from-scratch CNN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Used to train EyeCNN, the core drowsiness-detection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Two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Transfer learning for faces, a from-scratch CNN for eyes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YOLOv8n Face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12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Base model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yolov8n.pt — the COCO-pretrained nano YOLOv8 variant.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Transfer learning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Fine-tuned on the project's own face dataset, not trained from scratch.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Why nano?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Chosen specifically for real-time speed on modest, non-server hardware.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Training script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training/train_face_detector.py, using the Ultralytics Python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Training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13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100297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54864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Hyperparameter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Base Weights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yolov8n.pt (COCO-pretrained)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Epochs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50 (early-stop patience = 10 — not triggered)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Image Size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640 x 640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Batch Size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Optimizer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Auto-selected, lr0 = 0.01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Augmentations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Mosaic, HSV jitter, horizontal flip, translate/scale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Device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GPU (CUDA)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Results — Final Epoch (49/50)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14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0.90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0.81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0.88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MAP@50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8615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0.59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MAP@50-95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8367" y="3154680"/>
            <a:ext cx="5394960" cy="278892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07" y="32461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Confusion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15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0999" y="1490472"/>
            <a:ext cx="5949696" cy="4517136"/>
          </a:xfrm>
          <a:prstGeom prst="roundRect">
            <a:avLst>
              <a:gd name="adj" fmla="val 3000"/>
            </a:avLst>
          </a:prstGeom>
          <a:solidFill>
            <a:srgbClr val="F6F9F8"/>
          </a:solidFill>
          <a:ln w="12700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27" y="1600200"/>
            <a:ext cx="5730240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6099048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B636E"/>
                </a:solidFill>
                <a:latin typeface="Segoe UI"/>
              </a:rPr>
              <a:t>Validation-set confusion matrix for the fine-tuned face detector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2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Eye State CNN — Trained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16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554480"/>
          <a:ext cx="110029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64008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Layer Block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Details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 Block 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Conv2d(1→32, 3x3) → BatchNorm → ReLU → MaxPool(2x2)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 Block 2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Conv2d(32→64, 3x3) → BatchNorm → ReLU → MaxPool(2x2)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 Block 3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Conv2d(64→128, 3x3) → BatchNorm → ReLU → MaxPool(2x2)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Classifier Head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Flatten → Linear(1152→256) → ReLU → Dropout(0.5) → Linear(256→2)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24x24 grayscale eye crop, normalized (mean/std = 0.5)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2-class softmax — open / closed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2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Training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17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100297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54864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Hyperparameter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Epochs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Batch Size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Optimizer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Adam, lr = 0.001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Loss Function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CrossEntropyLoss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Train / Val Split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80% / 20% (random split)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Checkpointing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Best validation-accuracy epoch saved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Inference Threshold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closed if P(closed) &gt; 0.4 — lowered from 0.5 for sensitivity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Live Detection &amp;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From raw pixels to a real-time driver state, on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DETECTION LOGIC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Real-Time Drowsiness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19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Extract eye regions every frame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MediaPipe landmarks crop a tight box around each eye.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0048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9776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Classify each eye independently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CNN scores left and right eyes separately as open/closed.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48456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58184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Count consecutive closed frames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counter increments only when BOTH eyes are closed.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626864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782312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36592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15 frames triggers DROWSY ALERT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Looped audible alarm + a red border on the live video.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05272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760720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Instant reset on reopening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moment either eye reopens, the counter resets and the alarm stops.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DETECTION LOGIC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Driver Attention &amp; Distraction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20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No extra model needed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Reuses the same MediaPipe landmarks already extracted for the eyes.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69164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0136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6 landmarks → solvePnP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Nose, chin, eye &amp; mouth corners → yaw / pitch / roll in degrees.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3766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2931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4738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5 direction classes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LOOKING LEFT / RIGHT / UP / DOWN, plus HEAD TILT for head roll.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3766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2931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4738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real bug, found &amp; fixed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Pitch sits near ±180° for this model — required circular-safe smoothing and delta math to avoid a wraparound glitch.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DETECTION LOGIC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Calibration &amp; False-Positive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21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Per-driver calibration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2.5-second phase at session start averages the driver's own neutral head pose.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0048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9776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Relative, not absolute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Every reading is measured against that personal baseline, not an assumed 0°.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48456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58184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Temporal confirmation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deviation must persist ≥1.5 seconds of wall-clock time before it's confirmed.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626864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782312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36592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Live, honest feedback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Direction and a 'confirming…' timer update instantly — visibly responsive, never trigger-happy.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05272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760720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EMA smoothing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Filters out blinks, brief glances, and natural head jitter before they matter.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DETECTION LOGIC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Combined Driver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22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100297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9"/>
              </a:tblGrid>
              <a:tr h="54864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Eyes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Head Pose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Resulting Insight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Forward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ATTENTIVE — normal driving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Turned away (sustained)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DISTRACTED — looking away, still awake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Closed (sustained)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Forward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DROWSY — classic micro-sleep pattern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Closed (sustained)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Down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DROWSY / HIGH RISK — nodding off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94360" y="4709160"/>
            <a:ext cx="110029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36E"/>
                </a:solidFill>
                <a:latin typeface="Segoe UI"/>
              </a:rPr>
              <a:t>Fatigue (AWAKE/DROWSY) and Attention (ATTENTIVE/DISTRACTED) are shown as two separate dashboard badges rather than one merged label — this is exactly what lets the system tell apart very different risk profiles instead of blurring them together.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THE APPLICATION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Real-Time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23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real desktop app, not a script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app.py, built with Tkinter — replaces the raw OpenCV preview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0048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9776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Guided start screen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Pipeline explainer + a Start button that activates only once models finish loading.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48456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58184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Full live sidebar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Fatigue badge, per-eye state, drowsiness meter, blinks, alerts, FPS — all at a glance.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626864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782312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36592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Attention sidebar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ATTENTIVE/DISTRACTED badge, live yaw/pitch/roll, direction indicator, attention score.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05272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760720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End-of-session summary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popup reports attentive/distracted time, event count, and attention rate.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Real-World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Turning a detection signal into an actual vehicle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REAL-WORLD USE CASE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Vehicle Response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25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The real payoff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live Driver State drives an actual simulated vehicle's behavior — not just a log 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Primary: CARLA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An open-source AV simulator — a real 3D vehicle in traffic, controlled by the app's live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Automatic fallback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lightweight custom Tkinter simulation opens instantly if no CARLA server is reachable.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Zero-risk design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Same Driver State interface either way — no detection-logic changes needed to switch backends.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REAL-WORLD USE CASE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Fatigue Level Escalation (CARLA)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26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91640"/>
          <a:ext cx="1100297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9"/>
              </a:tblGrid>
              <a:tr h="57150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T="101600" marB="101600">
                    <a:solidFill>
                      <a:srgbClr val="E3A0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Trigger</a:t>
                      </a:r>
                    </a:p>
                  </a:txBody>
                  <a:tcPr marT="101600" marB="101600">
                    <a:solidFill>
                      <a:srgbClr val="E3A0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Vehicle Response</a:t>
                      </a:r>
                    </a:p>
                  </a:txBody>
                  <a:tcPr marT="101600" marB="101600">
                    <a:solidFill>
                      <a:srgbClr val="E3A01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≥ 15 consecutive closed frames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Audible beep (existing alarm)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≥ 30 consecutive closed frames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Vehicle speed reduced to 15 km/h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≥ 45 consecutive closed frames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Full stop — brake + handbrake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94360" y="4297680"/>
            <a:ext cx="5455767" cy="19659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4531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07408"/>
            <a:ext cx="4587087" cy="1746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Waypoint-following control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CarlaBridge steers along the road via live waypoints, not a straight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297680"/>
            <a:ext cx="5455767" cy="19659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34175" y="44531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8807" y="4407408"/>
            <a:ext cx="4587087" cy="1746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20 Hz response loop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Reads the driver's fatigue level and adjusts throttle/brake 20 times per second.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Wrap-Up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What's next, and what this project demonstrates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LOOKING AHEAD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Limitations &amp;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28 /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YOLO detector underused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Trained but not yet wired in as a pre-crop step in the live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Untested edge cases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Low light and eyewear (glasses/sunglasses) performance not yet formally evaluated.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CARLA needs its server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bridge is real and tested — but needs the CARLA server running separately.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Clear next steps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Yawn detection, real CAN-bus integration, and multi-driver profile support.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95447" y="3108961"/>
            <a:ext cx="6400800" cy="64008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26967" y="3840480"/>
            <a:ext cx="4937760" cy="493776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67047" y="4480560"/>
            <a:ext cx="3657600" cy="36576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3A01E"/>
                </a:solidFill>
                <a:latin typeface="Segoe U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 Complete, Working Driver Monitoring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6F3F0"/>
                </a:solidFill>
                <a:latin typeface="Segoe UI"/>
              </a:rPr>
              <a:t>Transfer learning (YOLOv8), a pretrained landmark model (MediaPipe), a from-scratch CNN, and solvePnP head-pose estimation — combined into a system that distinguishes ATTENTIVE, DISTRACTED, and DROWSY driver states in real time, with a live dashboard, audible alerting, and a demonstrated path to real vehicle response.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4237"/>
              </a:gs>
              <a:gs pos="100000">
                <a:srgbClr val="0F6E5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943600" y="1097280"/>
            <a:ext cx="7772400" cy="7772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297680" y="2743200"/>
            <a:ext cx="6126480" cy="612648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0" y="4297680"/>
            <a:ext cx="4572000" cy="45720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5767" y="37947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6F3F0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